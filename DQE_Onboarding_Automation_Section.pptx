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10"/>
  </p:normalViewPr>
  <p:slideViewPr>
    <p:cSldViewPr snapToGrid="0" snapToObjects="1">
      <p:cViewPr varScale="1">
        <p:scale>
          <a:sx n="117" d="100"/>
          <a:sy n="117" d="100"/>
        </p:scale>
        <p:origin x="8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C4FF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1051560" cy="457200"/>
          </a:xfrm>
          <a:prstGeom prst="roundRect">
            <a:avLst>
              <a:gd name="adj" fmla="val 40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DQE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4FF45"/>
                </a:solidFill>
                <a:latin typeface="Arial"/>
              </a:rPr>
              <a:t>ONBOARDING AUTOMATION OPPORTUNITIES  ·  SECTION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Data Quality Engine (DQE)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FFFFFF"/>
                </a:solidFill>
                <a:latin typeface="Arial"/>
              </a:rPr>
              <a:t>Where the tool stands today, what it already automates, and the API access that DQE needs — alongside Auto-Provisioning and Migrations — to go further.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Tyler Linton  ·  Prep for Engineering — Automation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DQE Today: The Current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Every discrepancy investigation today is a manual, report-driven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848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221970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6904"/>
            <a:ext cx="5989320" cy="187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250" b="0" i="0" dirty="0">
                <a:solidFill>
                  <a:srgbClr val="0E2124"/>
                </a:solidFill>
                <a:latin typeface="Arial"/>
              </a:rPr>
              <a:t>Data Quality case opened with analyst.</a:t>
            </a:r>
            <a:endParaRPr sz="1250" b="0" i="0" dirty="0">
              <a:solidFill>
                <a:srgbClr val="0E2124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83921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297408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921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reviews the DVA to determine whether Duetto is overstating or understating revenue/occupancy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9359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3232" y="372846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9359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Based on the variance, the analyst follows the appropriate investigation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797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448284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797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manually compares reservations between Duetto and the PMS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02352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523722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02352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Additional PMS reports are exported as needed to identify specific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567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" y="599160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673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Root cause is identified and the appropriate corrective action is taken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084831"/>
            <a:ext cx="3913632" cy="4279392"/>
          </a:xfrm>
          <a:prstGeom prst="roundRect">
            <a:avLst>
              <a:gd name="adj" fmla="val 5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233172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4FF45"/>
                </a:solidFill>
                <a:latin typeface="Arial"/>
              </a:rPr>
              <a:t>INVESTIGATION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633472"/>
            <a:ext cx="3273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FFFFFF"/>
                </a:solidFill>
                <a:latin typeface="Arial"/>
              </a:rPr>
              <a:t>What additional PMS exports typically uncover: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246120"/>
            <a:ext cx="327355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Missing reservations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Rate discrepancies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Source code issues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Package, tax, or gross vs. net differences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Other configuration or data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Where the DQE Tool Fits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The tool automates the analysis step — but it still depends entirely on manually exported files to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951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 dirty="0">
                <a:solidFill>
                  <a:srgbClr val="0E2124"/>
                </a:solidFill>
                <a:latin typeface="Arial"/>
              </a:rPr>
              <a:t>Automated root-cause classification. </a:t>
            </a:r>
            <a:r>
              <a:rPr sz="1450" dirty="0">
                <a:solidFill>
                  <a:srgbClr val="0E2124"/>
                </a:solidFill>
                <a:latin typeface="Arial"/>
              </a:rPr>
              <a:t>Identifies rooms/revenue variance and classifies WHY it happened — not just that it happened — using a fixed diagnostic rule set applied consistently across every analyst.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6667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 dirty="0">
                <a:solidFill>
                  <a:srgbClr val="0E2124"/>
                </a:solidFill>
                <a:latin typeface="Arial"/>
              </a:rPr>
              <a:t>Automated reservation-level comparison. </a:t>
            </a:r>
            <a:r>
              <a:rPr sz="1450" dirty="0">
                <a:solidFill>
                  <a:srgbClr val="0E2124"/>
                </a:solidFill>
                <a:latin typeface="Arial"/>
              </a:rPr>
              <a:t>Cross-references Duetto against the PMS automatically, including a new Sync Gap detection capability that determines whether a discrepancy is a true Duetto data issue or an upstream PMS sync/integration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5257799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0383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0E2124"/>
                </a:solidFill>
                <a:latin typeface="Arial"/>
              </a:rPr>
              <a:t>Automated, structured output. </a:t>
            </a:r>
            <a:r>
              <a:rPr sz="1450">
                <a:solidFill>
                  <a:srgbClr val="0E2124"/>
                </a:solidFill>
                <a:latin typeface="Arial"/>
              </a:rPr>
              <a:t>Generates a report, an Excel export, and a Monday.com audit trail automatically — replacing ad hoc analyst notes with a consistent, reviewable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250" b="1">
                <a:solidFill>
                  <a:srgbClr val="0E2124"/>
                </a:solidFill>
                <a:latin typeface="Arial"/>
              </a:rPr>
              <a:t>Automated today:  </a:t>
            </a:r>
            <a:r>
              <a:rPr sz="1250">
                <a:solidFill>
                  <a:srgbClr val="0E2124"/>
                </a:solidFill>
                <a:latin typeface="Arial"/>
              </a:rPr>
              <a:t>analysis &amp; root-cause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F8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250" b="1">
                <a:solidFill>
                  <a:srgbClr val="B2770E"/>
                </a:solidFill>
                <a:latin typeface="Arial"/>
              </a:rPr>
              <a:t>Still manual:  </a:t>
            </a:r>
            <a:r>
              <a:rPr sz="1250">
                <a:solidFill>
                  <a:srgbClr val="B2770E"/>
                </a:solidFill>
                <a:latin typeface="Arial"/>
              </a:rPr>
              <a:t>exporting and uploading source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FFFFFF"/>
                </a:solidFill>
                <a:latin typeface="Arial"/>
              </a:rPr>
              <a:t>What's Most Important to Address: The Engineering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Moving DQE from reactive and report-driven to automated.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1408"/>
            <a:ext cx="3794760" cy="3203448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2257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CURRENT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88336"/>
            <a:ext cx="32461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Little to no documentation of the DQE investigation process — difficult to standardize or automate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Every investigation depends on manually exporting reports from both the PMS and Duetto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No API currently exists to read (or write) the Duetto data DQE needs — this same gap blocks Auto-Provisioning and Migrations too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Result: analysts manually generate and upload reports — the workflow remains largely manual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21408"/>
            <a:ext cx="3337559" cy="3203448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3225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88336"/>
            <a:ext cx="28803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Eliminates the need to manually export Duetto reports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Allows DQE to retrieve required data directly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Reduces manual effort and speeds up investigations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 dirty="0">
                <a:solidFill>
                  <a:srgbClr val="0E2124"/>
                </a:solidFill>
                <a:latin typeface="Arial"/>
              </a:rPr>
              <a:t>Sets up the next step: a validation layer that flags anomalies automatically, rather than just replicating manual analyst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21408"/>
            <a:ext cx="3520440" cy="2788920"/>
          </a:xfrm>
          <a:prstGeom prst="roundRect">
            <a:avLst>
              <a:gd name="adj" fmla="val 6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2322576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4FF45"/>
                </a:solidFill>
                <a:latin typeface="Arial"/>
              </a:rPr>
              <a:t>THE ASK  · 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51760"/>
            <a:ext cx="2935224" cy="9164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 dirty="0">
                <a:solidFill>
                  <a:srgbClr val="FFFFFF"/>
                </a:solidFill>
                <a:latin typeface="Arial"/>
              </a:rPr>
              <a:t>Provide API access to read for the datasets DQE needs, as part of the same API investment already </a:t>
            </a:r>
            <a:r>
              <a:rPr lang="en-US" sz="1250" b="0" i="0" dirty="0">
                <a:solidFill>
                  <a:srgbClr val="FFFFFF"/>
                </a:solidFill>
                <a:latin typeface="Arial"/>
              </a:rPr>
              <a:t>needed</a:t>
            </a:r>
            <a:r>
              <a:rPr sz="1250" b="0" i="0" dirty="0">
                <a:solidFill>
                  <a:srgbClr val="FFFFFF"/>
                </a:solidFill>
                <a:latin typeface="Arial"/>
              </a:rPr>
              <a:t> for Auto-Provisioning and Migrations.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85615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DATASETS (READ)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Bookings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35540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5540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DVA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24856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556" y="5324856"/>
            <a:ext cx="10424160" cy="10515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 dirty="0">
                <a:solidFill>
                  <a:srgbClr val="0E2124"/>
                </a:solidFill>
                <a:latin typeface="Arial"/>
              </a:rPr>
              <a:t>Goal:  </a:t>
            </a:r>
            <a:r>
              <a:rPr sz="1400" i="1" dirty="0">
                <a:solidFill>
                  <a:srgbClr val="0E2124"/>
                </a:solidFill>
                <a:latin typeface="Arial"/>
              </a:rPr>
              <a:t>We're not asking DQE to replace analysts with AI — we're asking for the same standard, modern capability every automation project here needs. Right now we're using a postman when the ask is simply: give us email.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548</Words>
  <Application>Microsoft Macintosh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 Linton</cp:lastModifiedBy>
  <cp:revision>3</cp:revision>
  <dcterms:created xsi:type="dcterms:W3CDTF">2013-01-27T09:14:16Z</dcterms:created>
  <dcterms:modified xsi:type="dcterms:W3CDTF">2026-07-09T11:40:29Z</dcterms:modified>
  <cp:category/>
</cp:coreProperties>
</file>