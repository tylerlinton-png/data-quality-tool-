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DQE  ·  ONBOARDING AUTOMATION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DQE Today: The Current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904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B6B6B"/>
                </a:solidFill>
                <a:latin typeface="Arial"/>
              </a:rPr>
              <a:t>Every discrepancy investigation today is a manual, report-driven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8483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3232" y="2219706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26873"/>
            <a:ext cx="5989320" cy="1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250" b="0" i="0" dirty="0">
                <a:solidFill>
                  <a:srgbClr val="0E2124"/>
                </a:solidFill>
                <a:latin typeface="Arial"/>
              </a:rPr>
              <a:t>Data Quality case is opened in </a:t>
            </a:r>
            <a:r>
              <a:rPr lang="en-US" sz="1250" b="0" i="0" dirty="0" err="1">
                <a:solidFill>
                  <a:srgbClr val="0E2124"/>
                </a:solidFill>
                <a:latin typeface="Arial"/>
              </a:rPr>
              <a:t>SalesForce</a:t>
            </a:r>
            <a:endParaRPr sz="1250" b="0" i="0" dirty="0">
              <a:solidFill>
                <a:srgbClr val="0E2124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83921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3232" y="2974085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39211"/>
            <a:ext cx="5989320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Analyst reviews the DVA to determine whether Duetto is overstating or understating revenue/occupancy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9359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3232" y="3728465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93591"/>
            <a:ext cx="5989320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Based on the variance, the analyst follows the appropriate investigation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797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3232" y="4482845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47971"/>
            <a:ext cx="5989320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Analyst manually compares reservations between Duetto and the PMS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02352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3232" y="5237226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102352"/>
            <a:ext cx="5989320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Additional PMS reports are exported as needed to identify specific issues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5673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13232" y="5991605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856731"/>
            <a:ext cx="5989320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 dirty="0">
                <a:solidFill>
                  <a:srgbClr val="0E2124"/>
                </a:solidFill>
                <a:latin typeface="Arial"/>
              </a:rPr>
              <a:t>Root cause is identified and the appropriate corrective action is taken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084831"/>
            <a:ext cx="3913632" cy="4279392"/>
          </a:xfrm>
          <a:prstGeom prst="roundRect">
            <a:avLst>
              <a:gd name="adj" fmla="val 5000"/>
            </a:avLst>
          </a:prstGeom>
          <a:solidFill>
            <a:srgbClr val="0E2124"/>
          </a:solidFill>
          <a:ln>
            <a:noFill/>
          </a:ln>
          <a:effectLst>
            <a:outerShdw blurRad="90000" dist="25000" dir="5400000" rotWithShape="0">
              <a:srgbClr val="0E212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9" y="233172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4FF45"/>
                </a:solidFill>
                <a:latin typeface="Arial"/>
              </a:rPr>
              <a:t>INVESTIGATION PATHS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2633472"/>
            <a:ext cx="3273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FFFFFF"/>
                </a:solidFill>
                <a:latin typeface="Arial"/>
              </a:rPr>
              <a:t>What additional PMS exports typically uncover: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3246120"/>
            <a:ext cx="3273552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Missing reservations</a:t>
            </a:r>
          </a:p>
          <a:p>
            <a:pPr marL="182880" indent="-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Rate discrepancies</a:t>
            </a:r>
          </a:p>
          <a:p>
            <a:pPr marL="182880" indent="-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Source code issues</a:t>
            </a:r>
          </a:p>
          <a:p>
            <a:pPr marL="182880" indent="-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Package, tax, or gross vs. net differences</a:t>
            </a:r>
          </a:p>
          <a:p>
            <a:pPr marL="182880" indent="-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Other configuration or data issues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DQE  ·  ONBOARDING AUTOMATION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Where the DQE Tool Fits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904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B6B6B"/>
                </a:solidFill>
                <a:latin typeface="Arial"/>
              </a:rPr>
              <a:t>The tool automates the analysis step — but it still depends entirely on manually exported files to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64240" cy="1170432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2514600"/>
            <a:ext cx="438912" cy="438912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95144"/>
            <a:ext cx="914400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50" b="1">
                <a:solidFill>
                  <a:srgbClr val="0E2124"/>
                </a:solidFill>
                <a:latin typeface="Arial"/>
              </a:rPr>
              <a:t>Automated root-cause classification. </a:t>
            </a:r>
            <a:r>
              <a:rPr sz="1450">
                <a:solidFill>
                  <a:srgbClr val="0E2124"/>
                </a:solidFill>
                <a:latin typeface="Arial"/>
              </a:rPr>
              <a:t>Identifies rooms/revenue variance and classifies WHY it happened — not just that it happened — using a fixed diagnostic rule set applied consistently across every analyst.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20440"/>
            <a:ext cx="11064240" cy="1170432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3886200"/>
            <a:ext cx="438912" cy="438912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666744"/>
            <a:ext cx="914400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50" b="1" dirty="0">
                <a:solidFill>
                  <a:srgbClr val="0E2124"/>
                </a:solidFill>
                <a:latin typeface="Arial"/>
              </a:rPr>
              <a:t>Automated reservation-level comparison. </a:t>
            </a:r>
            <a:r>
              <a:rPr sz="1450" dirty="0">
                <a:solidFill>
                  <a:srgbClr val="0E2124"/>
                </a:solidFill>
                <a:latin typeface="Arial"/>
              </a:rPr>
              <a:t>Cross-references Duetto against the PMS automatically, including a new Sync Gap detection capability that determines whether a discrepancy is a true Duetto data issue or an upstream PMS sync/integration issue.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170432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5257799"/>
            <a:ext cx="438912" cy="438912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038344"/>
            <a:ext cx="914400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50" b="1">
                <a:solidFill>
                  <a:srgbClr val="0E2124"/>
                </a:solidFill>
                <a:latin typeface="Arial"/>
              </a:rPr>
              <a:t>Automated, structured output. </a:t>
            </a:r>
            <a:r>
              <a:rPr sz="1450">
                <a:solidFill>
                  <a:srgbClr val="0E2124"/>
                </a:solidFill>
                <a:latin typeface="Arial"/>
              </a:rPr>
              <a:t>Generates a report, an Excel export, and a Monday.com audit trail automatically — replacing ad hoc analyst notes with a consistent, reviewable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309359"/>
            <a:ext cx="5394959" cy="566928"/>
          </a:xfrm>
          <a:prstGeom prst="roundRect">
            <a:avLst>
              <a:gd name="adj" fmla="val 50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250" b="1">
                <a:solidFill>
                  <a:srgbClr val="0E2124"/>
                </a:solidFill>
                <a:latin typeface="Arial"/>
              </a:rPr>
              <a:t>Automated today:  </a:t>
            </a:r>
            <a:r>
              <a:rPr sz="1250">
                <a:solidFill>
                  <a:srgbClr val="0E2124"/>
                </a:solidFill>
                <a:latin typeface="Arial"/>
              </a:rPr>
              <a:t>analysis &amp; root-cause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19" y="6309359"/>
            <a:ext cx="5394959" cy="566928"/>
          </a:xfrm>
          <a:prstGeom prst="roundRect">
            <a:avLst>
              <a:gd name="adj" fmla="val 50000"/>
            </a:avLst>
          </a:prstGeom>
          <a:solidFill>
            <a:srgbClr val="F8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250" b="1">
                <a:solidFill>
                  <a:srgbClr val="B2770E"/>
                </a:solidFill>
                <a:latin typeface="Arial"/>
              </a:rPr>
              <a:t>Still manual:  </a:t>
            </a:r>
            <a:r>
              <a:rPr sz="1250">
                <a:solidFill>
                  <a:srgbClr val="B2770E"/>
                </a:solidFill>
                <a:latin typeface="Arial"/>
              </a:rPr>
              <a:t>exporting and uploading source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DQE  ·  ONBOARDING AUTOMATION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What's Most Important to Address: The Engineering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904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B6B6B"/>
                </a:solidFill>
                <a:latin typeface="Arial"/>
              </a:rPr>
              <a:t>Moving DQE from reactive and report-driven to automated.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1408"/>
            <a:ext cx="3794760" cy="2788920"/>
          </a:xfrm>
          <a:prstGeom prst="roundRect">
            <a:avLst>
              <a:gd name="adj" fmla="val 6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32257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2124"/>
                </a:solidFill>
                <a:latin typeface="Arial"/>
              </a:rPr>
              <a:t>CURRENT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88336"/>
            <a:ext cx="32461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Little to no documentation of the DQE investigation process — difficult to standardize or automate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Every investigation depends on manually exporting reports from both the PMS and Duetto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No read-only API currently exists to retrieve the Duetto data required for DQE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Result: analysts manually generate and upload reports — the workflow remains largely manual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21408"/>
            <a:ext cx="3429000" cy="2788920"/>
          </a:xfrm>
          <a:prstGeom prst="roundRect">
            <a:avLst>
              <a:gd name="adj" fmla="val 6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232257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2124"/>
                </a:solidFill>
                <a:latin typeface="Arial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88336"/>
            <a:ext cx="28803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Eliminates the need to manually export Duetto reports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Allows DQE to retrieve required data directly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Reduces manual effort and speeds up investigations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A foundational step toward automating the full DQE workflow, even if PMS reports still require manual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21408"/>
            <a:ext cx="3520440" cy="2788920"/>
          </a:xfrm>
          <a:prstGeom prst="roundRect">
            <a:avLst>
              <a:gd name="adj" fmla="val 6000"/>
            </a:avLst>
          </a:prstGeom>
          <a:solidFill>
            <a:srgbClr val="0E2124"/>
          </a:solidFill>
          <a:ln>
            <a:noFill/>
          </a:ln>
          <a:effectLst>
            <a:outerShdw blurRad="90000" dist="25000" dir="5400000" rotWithShape="0">
              <a:srgbClr val="0E212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0768" y="2322576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4FF45"/>
                </a:solidFill>
                <a:latin typeface="Arial"/>
              </a:rPr>
              <a:t>THE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651760"/>
            <a:ext cx="2935224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Provide a read-only API that exposes the datasets required for DQE analysis. The tool does not need to write data back to Duetto — it only needs to retrieve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785615"/>
            <a:ext cx="2935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REQUIRED DATASETS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4078224"/>
            <a:ext cx="1330452" cy="365760"/>
          </a:xfrm>
          <a:prstGeom prst="roundRect">
            <a:avLst>
              <a:gd name="adj" fmla="val 35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200" b="1">
                <a:solidFill>
                  <a:srgbClr val="0E2124"/>
                </a:solidFill>
                <a:latin typeface="Arial"/>
              </a:rPr>
              <a:t>Bookings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35540" y="4078224"/>
            <a:ext cx="1330452" cy="365760"/>
          </a:xfrm>
          <a:prstGeom prst="roundRect">
            <a:avLst>
              <a:gd name="adj" fmla="val 35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200" b="1">
                <a:solidFill>
                  <a:srgbClr val="0E2124"/>
                </a:solidFill>
                <a:latin typeface="Arial"/>
              </a:rPr>
              <a:t>Blocks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0768" y="4535424"/>
            <a:ext cx="1330452" cy="365760"/>
          </a:xfrm>
          <a:prstGeom prst="roundRect">
            <a:avLst>
              <a:gd name="adj" fmla="val 35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200" b="1">
                <a:solidFill>
                  <a:srgbClr val="0E2124"/>
                </a:solidFill>
                <a:latin typeface="Arial"/>
              </a:rPr>
              <a:t>Folio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35540" y="4535424"/>
            <a:ext cx="1330452" cy="365760"/>
          </a:xfrm>
          <a:prstGeom prst="roundRect">
            <a:avLst>
              <a:gd name="adj" fmla="val 35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200" b="1">
                <a:solidFill>
                  <a:srgbClr val="0E2124"/>
                </a:solidFill>
                <a:latin typeface="Arial"/>
              </a:rPr>
              <a:t>DVA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38928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138928"/>
            <a:ext cx="10424160" cy="10515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0E2124"/>
                </a:solidFill>
                <a:latin typeface="Arial"/>
              </a:rPr>
              <a:t>Goal:  </a:t>
            </a:r>
            <a:r>
              <a:rPr sz="1400" i="1">
                <a:solidFill>
                  <a:srgbClr val="0E2124"/>
                </a:solidFill>
                <a:latin typeface="Arial"/>
              </a:rPr>
              <a:t>Move DQE from a reactive, report-driven investigation process toward a more automated workflow — API access to Duetto's datasets removes a significant manual step and enables much deeper automation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476</Words>
  <Application>Microsoft Macintosh PowerPoint</Application>
  <PresentationFormat>Widescreen</PresentationFormat>
  <Paragraphs>54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 Linton</cp:lastModifiedBy>
  <cp:revision>2</cp:revision>
  <dcterms:created xsi:type="dcterms:W3CDTF">2013-01-27T09:14:16Z</dcterms:created>
  <dcterms:modified xsi:type="dcterms:W3CDTF">2026-07-08T17:46:30Z</dcterms:modified>
  <cp:category/>
</cp:coreProperties>
</file>