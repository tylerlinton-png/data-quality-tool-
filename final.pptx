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C4FF4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Engineering Automation
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C4FF45"/>
                </a:solidFill>
                <a:latin typeface="Arial"/>
              </a:rPr>
              <a:t>Prep for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ENGINEERING AUTOMATION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473452"/>
            <a:ext cx="585216" cy="58521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E2124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27153"/>
            <a:ext cx="9601200" cy="6778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0E2124"/>
                </a:solidFill>
                <a:latin typeface="Arial"/>
              </a:rPr>
              <a:t>Data Quality (DQE)</a:t>
            </a:r>
          </a:p>
          <a:p>
            <a:pPr algn="l">
              <a:lnSpc>
                <a:spcPct val="115000"/>
              </a:lnSpc>
            </a:pPr>
            <a:endParaRPr sz="2000" b="1" i="0" dirty="0">
              <a:solidFill>
                <a:srgbClr val="0E2124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4027932"/>
            <a:ext cx="585216" cy="58521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E2124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03320"/>
            <a:ext cx="96012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2124"/>
                </a:solidFill>
                <a:latin typeface="Arial"/>
              </a:rPr>
              <a:t>Migrations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5582412"/>
            <a:ext cx="585216" cy="58521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E2124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13084"/>
            <a:ext cx="9601200" cy="3238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0E2124"/>
                </a:solidFill>
                <a:latin typeface="Arial"/>
              </a:rPr>
              <a:t>Auto-Provisioning</a:t>
            </a:r>
            <a:endParaRPr sz="2000" b="1" i="0" dirty="0">
              <a:solidFill>
                <a:srgbClr val="0E212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AGENDA ITEM 3 OF 3  ·  SLIDE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FFFFFF"/>
                </a:solidFill>
                <a:latin typeface="Arial"/>
              </a:rPr>
              <a:t>Data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AGENDA ITEM 3 OF 3  ·  SLIDE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FFFFFF"/>
                </a:solidFill>
                <a:latin typeface="Arial"/>
              </a:rPr>
              <a:t>Data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AGENDA ITEM 3 OF 3  ·  SLIDE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FFFFFF"/>
                </a:solidFill>
                <a:latin typeface="Arial"/>
              </a:rPr>
              <a:t>Data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AGENDA ITEM 1 OF 3  ·  SLIDE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Auto-Provisioning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AGENDA ITEM 1 OF 3  ·  SLIDE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Auto-Provisioning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AGENDA ITEM 1 OF 3  ·  SLIDE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Auto-Provisioning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AGENDA ITEM 2 OF 3  ·  SLIDE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Migrations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AGENDA ITEM 2 OF 3  ·  SLIDE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Migrations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AGENDA ITEM 2 OF 3  ·  SLIDE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Migrations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123</Words>
  <Application>Microsoft Macintosh PowerPoint</Application>
  <PresentationFormat>Widescreen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 Linton</cp:lastModifiedBy>
  <cp:revision>2</cp:revision>
  <dcterms:created xsi:type="dcterms:W3CDTF">2013-01-27T09:14:16Z</dcterms:created>
  <dcterms:modified xsi:type="dcterms:W3CDTF">2026-07-08T17:52:36Z</dcterms:modified>
  <cp:category/>
</cp:coreProperties>
</file>